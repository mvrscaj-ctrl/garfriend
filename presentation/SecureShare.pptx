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d238ea4e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d238ea4e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d238ea4e1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d238ea4e1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d238ea4e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d238ea4e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d238ea4e1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d238ea4e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d238ea4e1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d238ea4e1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d238ea4e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d238ea4e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d238ea4e1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d238ea4e1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d238ea4e1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d238ea4e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d238ea4e1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d238ea4e1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d238ea4e1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d238ea4e1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d238ea4e1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d238ea4e1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d238ea4e1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d238ea4e1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d238ea4e1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d238ea4e1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d238ea4e1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d238ea4e1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d238ea4e1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d238ea4e1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/>
              <a:t>SecureShare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052100" y="2345575"/>
            <a:ext cx="5459400" cy="13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l" sz="1700"/>
              <a:t>S</a:t>
            </a:r>
            <a:r>
              <a:rPr lang="sl" sz="1700"/>
              <a:t>ecure data-sharing platform built with Flutter Web and Firebase</a:t>
            </a:r>
            <a:endParaRPr sz="1700"/>
          </a:p>
        </p:txBody>
      </p:sp>
      <p:sp>
        <p:nvSpPr>
          <p:cNvPr id="136" name="Google Shape;136;p13"/>
          <p:cNvSpPr txBox="1"/>
          <p:nvPr/>
        </p:nvSpPr>
        <p:spPr>
          <a:xfrm>
            <a:off x="6311600" y="3682650"/>
            <a:ext cx="21999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Žak Drofenik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Martin Vrščaj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Matic Duša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Gašper Jordan Rojko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l" sz="2800"/>
              <a:t>Problem</a:t>
            </a:r>
            <a:endParaRPr b="1" sz="2800"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l" sz="2000"/>
              <a:t>Cloud services can access your files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l" sz="2000"/>
              <a:t>Server-side keys = insider threats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l" sz="2000"/>
              <a:t>Data breaches can expose sensitive info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l" sz="2000"/>
              <a:t>Users must trust providers blindly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l" sz="2800"/>
              <a:t>Solution</a:t>
            </a:r>
            <a:endParaRPr b="1" sz="2800"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sl" sz="1600"/>
              <a:t>Zero-Knowledge, End-to-End Encrypted Storage</a:t>
            </a:r>
            <a:endParaRPr b="1"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sl" sz="1600"/>
              <a:t>Client-side AES-256-GCM encryption</a:t>
            </a:r>
            <a:br>
              <a:rPr lang="sl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sl" sz="1600"/>
              <a:t>Server stores ciphertext only</a:t>
            </a:r>
            <a:br>
              <a:rPr lang="sl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sl" sz="1600"/>
              <a:t>Keys never leave the browser</a:t>
            </a:r>
            <a:br>
              <a:rPr lang="sl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sl" sz="1600"/>
              <a:t>Sharing via email allow-lists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l" sz="2800"/>
              <a:t>Tech Stack</a:t>
            </a:r>
            <a:endParaRPr b="1" sz="2800"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66700" y="12779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400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Char char="●"/>
            </a:pPr>
            <a:r>
              <a:rPr lang="sl" sz="1502"/>
              <a:t>Flutter Web UI</a:t>
            </a:r>
            <a:br>
              <a:rPr lang="sl" sz="1502"/>
            </a:br>
            <a:endParaRPr sz="1502"/>
          </a:p>
          <a:p>
            <a:pPr indent="-32400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Char char="●"/>
            </a:pPr>
            <a:r>
              <a:rPr lang="sl" sz="1502"/>
              <a:t>Firebase Authentication</a:t>
            </a:r>
            <a:br>
              <a:rPr lang="sl" sz="1502"/>
            </a:br>
            <a:endParaRPr sz="1502"/>
          </a:p>
          <a:p>
            <a:pPr indent="-32400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Char char="●"/>
            </a:pPr>
            <a:r>
              <a:rPr lang="sl" sz="1502"/>
              <a:t>Firestore Database</a:t>
            </a:r>
            <a:br>
              <a:rPr lang="sl" sz="1502"/>
            </a:br>
            <a:endParaRPr sz="1502"/>
          </a:p>
          <a:p>
            <a:pPr indent="-32400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Char char="●"/>
            </a:pPr>
            <a:r>
              <a:rPr lang="sl" sz="1502"/>
              <a:t>AES-256-GCM</a:t>
            </a:r>
            <a:br>
              <a:rPr lang="sl" sz="1502"/>
            </a:br>
            <a:endParaRPr sz="1502"/>
          </a:p>
          <a:p>
            <a:pPr indent="-32400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Char char="●"/>
            </a:pPr>
            <a:r>
              <a:rPr lang="sl" sz="1502"/>
              <a:t>SHA-256 key derivation</a:t>
            </a:r>
            <a:br>
              <a:rPr lang="sl" sz="1502"/>
            </a:br>
            <a:endParaRPr sz="1502"/>
          </a:p>
          <a:p>
            <a:pPr indent="-32400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Char char="●"/>
            </a:pPr>
            <a:r>
              <a:rPr lang="sl" sz="1502"/>
              <a:t>Firestore security rules</a:t>
            </a:r>
            <a:br>
              <a:rPr lang="sl" sz="1502"/>
            </a:br>
            <a:endParaRPr sz="1502"/>
          </a:p>
          <a:p>
            <a:pPr indent="-32400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3"/>
              <a:buChar char="●"/>
            </a:pPr>
            <a:r>
              <a:rPr lang="sl" sz="1502"/>
              <a:t>Audit logging</a:t>
            </a:r>
            <a:endParaRPr sz="15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202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l" sz="2800"/>
              <a:t>Authentication</a:t>
            </a:r>
            <a:endParaRPr b="1" sz="2800"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l" sz="1800"/>
              <a:t>Email/password login</a:t>
            </a:r>
            <a:br>
              <a:rPr lang="sl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l" sz="1800"/>
              <a:t>AuthGate to protect routes</a:t>
            </a:r>
            <a:br>
              <a:rPr lang="sl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l" sz="1800"/>
              <a:t>Identity confirmed by Firebase Auth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l" sz="2800"/>
              <a:t>Encryption Workflow</a:t>
            </a:r>
            <a:endParaRPr b="1" sz="2800"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sl" sz="1600"/>
              <a:t>User enters passphrase</a:t>
            </a:r>
            <a:br>
              <a:rPr lang="sl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sl" sz="1600"/>
              <a:t>Key = SHA-256(passphrase)</a:t>
            </a:r>
            <a:br>
              <a:rPr lang="sl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sl" sz="1600"/>
              <a:t>Random IV generated</a:t>
            </a:r>
            <a:br>
              <a:rPr lang="sl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sl" sz="1600"/>
              <a:t>File encrypted via AES-GCM</a:t>
            </a:r>
            <a:br>
              <a:rPr lang="sl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sl" sz="1600"/>
              <a:t>Only ciphertext + IV stored in DB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l" sz="2800"/>
              <a:t>UI Overview</a:t>
            </a:r>
            <a:endParaRPr b="1" sz="2800"/>
          </a:p>
        </p:txBody>
      </p:sp>
      <p:pic>
        <p:nvPicPr>
          <p:cNvPr id="172" name="Google Shape;172;p19" title="Posnetek_zaslona_2025-12-01_1735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200" y="1386325"/>
            <a:ext cx="7212913" cy="353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l" sz="2800"/>
              <a:t>UI Overview</a:t>
            </a:r>
            <a:endParaRPr b="1" sz="2800"/>
          </a:p>
        </p:txBody>
      </p:sp>
      <p:pic>
        <p:nvPicPr>
          <p:cNvPr id="178" name="Google Shape;178;p20" title="Posnetek_zaslona_2025-12-01_1742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3425" y="1454075"/>
            <a:ext cx="6660468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l" sz="2800"/>
              <a:t>Secure Upload</a:t>
            </a:r>
            <a:endParaRPr b="1" sz="2800"/>
          </a:p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l" sz="1600"/>
              <a:t>Client encrypts</a:t>
            </a:r>
            <a:br>
              <a:rPr lang="sl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l" sz="1600"/>
              <a:t>Server stores only encrypted content</a:t>
            </a:r>
            <a:br>
              <a:rPr lang="sl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l" sz="1600"/>
              <a:t>Metadata remains minimal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l" sz="2800"/>
              <a:t>Sharing</a:t>
            </a:r>
            <a:endParaRPr b="1" sz="2800"/>
          </a:p>
        </p:txBody>
      </p:sp>
      <p:sp>
        <p:nvSpPr>
          <p:cNvPr id="190" name="Google Shape;190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l" sz="1600"/>
              <a:t>Share with specific emails</a:t>
            </a:r>
            <a:br>
              <a:rPr lang="sl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l" sz="1600"/>
              <a:t>Firestore allow-list determines access</a:t>
            </a:r>
            <a:br>
              <a:rPr lang="sl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l" sz="1600"/>
              <a:t>Still encrypted — requires passphrase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l" sz="2800"/>
              <a:t>Download &amp; Verify</a:t>
            </a:r>
            <a:endParaRPr b="1" sz="2800"/>
          </a:p>
        </p:txBody>
      </p:sp>
      <p:sp>
        <p:nvSpPr>
          <p:cNvPr id="196" name="Google Shape;196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l" sz="1600"/>
              <a:t>Encrypted file fetched</a:t>
            </a:r>
            <a:br>
              <a:rPr lang="sl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l" sz="1600"/>
              <a:t>Client decrypts locally</a:t>
            </a:r>
            <a:br>
              <a:rPr lang="sl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l" sz="1600"/>
              <a:t>Integrity failure if modified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l" sz="2800"/>
              <a:t>Audit Log</a:t>
            </a:r>
            <a:endParaRPr b="1" sz="2800"/>
          </a:p>
        </p:txBody>
      </p:sp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sl" sz="6400"/>
              <a:t>Upload</a:t>
            </a:r>
            <a:br>
              <a:rPr lang="sl" sz="6400"/>
            </a:br>
            <a:endParaRPr sz="6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sl" sz="6400"/>
              <a:t>Download</a:t>
            </a:r>
            <a:br>
              <a:rPr lang="sl" sz="6400"/>
            </a:br>
            <a:endParaRPr sz="6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sl" sz="6400"/>
              <a:t>Share</a:t>
            </a:r>
            <a:br>
              <a:rPr lang="sl" sz="6400"/>
            </a:br>
            <a:endParaRPr sz="6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sl" sz="6400"/>
              <a:t>Delete</a:t>
            </a:r>
            <a:br>
              <a:rPr lang="sl" sz="6400"/>
            </a:br>
            <a:endParaRPr sz="6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sl" sz="6400"/>
              <a:t>Verification</a:t>
            </a:r>
            <a:br>
              <a:rPr lang="sl" sz="6400"/>
            </a:br>
            <a:endParaRPr sz="6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sl" sz="6400"/>
              <a:t>Errors / failed attempts</a:t>
            </a:r>
            <a:endParaRPr sz="6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2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762" y="441075"/>
            <a:ext cx="7394375" cy="426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l" sz="2800"/>
              <a:t>Security Advantages</a:t>
            </a:r>
            <a:endParaRPr b="1" sz="2800"/>
          </a:p>
        </p:txBody>
      </p:sp>
      <p:sp>
        <p:nvSpPr>
          <p:cNvPr id="215" name="Google Shape;215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3058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sl" sz="2072"/>
              <a:t>True E2EE</a:t>
            </a:r>
            <a:br>
              <a:rPr lang="sl" sz="2072"/>
            </a:br>
            <a:endParaRPr sz="2072"/>
          </a:p>
          <a:p>
            <a:pPr indent="-33058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sl" sz="2072"/>
              <a:t>Data integrity</a:t>
            </a:r>
            <a:br>
              <a:rPr lang="sl" sz="2072"/>
            </a:br>
            <a:endParaRPr sz="2072"/>
          </a:p>
          <a:p>
            <a:pPr indent="-33058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sl" sz="2072"/>
              <a:t>Zero server knowledge</a:t>
            </a:r>
            <a:br>
              <a:rPr lang="sl" sz="2072"/>
            </a:br>
            <a:endParaRPr sz="2072"/>
          </a:p>
          <a:p>
            <a:pPr indent="-33058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sl" sz="2072"/>
              <a:t>Fine-grained access control</a:t>
            </a:r>
            <a:br>
              <a:rPr lang="sl" sz="2072"/>
            </a:br>
            <a:endParaRPr sz="2072"/>
          </a:p>
          <a:p>
            <a:pPr indent="-33058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sl" sz="2072"/>
              <a:t>Transparent logging</a:t>
            </a:r>
            <a:endParaRPr sz="2072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l" sz="2800"/>
              <a:t>Limitations</a:t>
            </a:r>
            <a:endParaRPr b="1" sz="2800"/>
          </a:p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l" sz="1600"/>
              <a:t>400 KB file size limit</a:t>
            </a:r>
            <a:br>
              <a:rPr lang="sl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l" sz="1600"/>
              <a:t>Simple key derivation (SHA-256)</a:t>
            </a:r>
            <a:br>
              <a:rPr lang="sl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l" sz="1600"/>
              <a:t>No mobile/Desktop version</a:t>
            </a:r>
            <a:br>
              <a:rPr lang="sl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l" sz="1600"/>
              <a:t>Web-only downloads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l" sz="2800"/>
              <a:t>Conclusion</a:t>
            </a:r>
            <a:endParaRPr b="1" sz="2800"/>
          </a:p>
        </p:txBody>
      </p:sp>
      <p:sp>
        <p:nvSpPr>
          <p:cNvPr id="227" name="Google Shape;227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l" sz="2900"/>
              <a:t>A working secure file-sharing system with:</a:t>
            </a:r>
            <a:endParaRPr sz="2900"/>
          </a:p>
          <a:p>
            <a:pPr indent="-3298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sl" sz="2900"/>
              <a:t>E2EE</a:t>
            </a:r>
            <a:br>
              <a:rPr lang="sl" sz="2900"/>
            </a:br>
            <a:endParaRPr sz="2900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sl" sz="2900"/>
              <a:t>Client-side crypto</a:t>
            </a:r>
            <a:br>
              <a:rPr lang="sl" sz="2900"/>
            </a:br>
            <a:endParaRPr sz="2900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sl" sz="2900"/>
              <a:t>Access control</a:t>
            </a:r>
            <a:br>
              <a:rPr lang="sl" sz="2900"/>
            </a:br>
            <a:endParaRPr sz="2900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sl" sz="2900"/>
              <a:t>Audit logs</a:t>
            </a:r>
            <a:br>
              <a:rPr lang="sl" sz="2900"/>
            </a:br>
            <a:endParaRPr sz="2900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sl" sz="2900"/>
              <a:t>Clean &amp; simple UI</a:t>
            </a:r>
            <a:endParaRPr sz="2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